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9144000"/>
  <p:embeddedFontLst>
    <p:embeddedFont>
      <p:font typeface="Play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Play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Play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tio web&#10;&#10;El contenido generado por IA puede ser incorrecto.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81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4054" l="0" r="0" t="1231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7234" l="0" r="0" t="72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ala de tiempo&#10;&#10;El contenido generado por IA puede ser incorrecto.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6701" l="0" r="0" t="1059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9822" l="0" r="0" t="982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11482" l="0" r="0" t="1148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El contenido generado por IA puede ser incorrecto." id="126" name="Google Shape;1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04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04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